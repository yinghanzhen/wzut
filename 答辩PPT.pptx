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64" r:id="rId3"/>
    <p:sldId id="257" r:id="rId4"/>
    <p:sldId id="262" r:id="rId5"/>
    <p:sldId id="265" r:id="rId6"/>
    <p:sldId id="278" r:id="rId7"/>
    <p:sldId id="276" r:id="rId8"/>
    <p:sldId id="277" r:id="rId9"/>
    <p:sldId id="275" r:id="rId10"/>
    <p:sldId id="263" r:id="rId11"/>
    <p:sldId id="258" r:id="rId12"/>
    <p:sldId id="259" r:id="rId13"/>
    <p:sldId id="260" r:id="rId14"/>
    <p:sldId id="261" r:id="rId15"/>
    <p:sldId id="270" r:id="rId16"/>
    <p:sldId id="271" r:id="rId17"/>
    <p:sldId id="272" r:id="rId18"/>
    <p:sldId id="273" r:id="rId19"/>
    <p:sldId id="266" r:id="rId20"/>
    <p:sldId id="267" r:id="rId21"/>
    <p:sldId id="269" r:id="rId22"/>
    <p:sldId id="26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01622-9DD7-42E2-853C-DAA19485FF1F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AAB84-6ED5-496B-96BF-43CD706A5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19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98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72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94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75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69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50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40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52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65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22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3294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626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5909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523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368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8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98276-3BF9-4700-85BC-1B6F0C955060}" type="datetimeFigureOut">
              <a:rPr lang="zh-CN" altLang="en-US" smtClean="0"/>
              <a:t>2025/5/10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9F5B2EC-9298-44AD-A1EE-5B61669870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82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FDB82-7355-BE07-44D8-41A70EB8E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602" y="1005840"/>
            <a:ext cx="9177866" cy="2171236"/>
          </a:xfrm>
        </p:spPr>
        <p:txBody>
          <a:bodyPr/>
          <a:lstStyle/>
          <a:p>
            <a:pPr algn="ctr"/>
            <a:r>
              <a:rPr lang="zh-CN" altLang="en-US" dirty="0"/>
              <a:t>基于</a:t>
            </a:r>
            <a:r>
              <a:rPr lang="en-US" altLang="zh-CN" dirty="0"/>
              <a:t>Vue</a:t>
            </a:r>
            <a:r>
              <a:rPr lang="zh-CN" altLang="en-US" dirty="0"/>
              <a:t>和</a:t>
            </a:r>
            <a:r>
              <a:rPr lang="en-US" altLang="zh-CN" dirty="0"/>
              <a:t>Spring Boot</a:t>
            </a:r>
            <a:r>
              <a:rPr lang="zh-CN" altLang="en-US" dirty="0"/>
              <a:t>的</a:t>
            </a:r>
            <a:br>
              <a:rPr lang="en-US" altLang="zh-CN" dirty="0"/>
            </a:br>
            <a:r>
              <a:rPr lang="zh-CN" altLang="en-US" dirty="0"/>
              <a:t>景点门票系统的设计与开发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DF2B33-BAB8-B38D-5D2A-481FE80C8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680925"/>
            <a:ext cx="7766936" cy="2171235"/>
          </a:xfrm>
        </p:spPr>
        <p:txBody>
          <a:bodyPr>
            <a:normAutofit/>
          </a:bodyPr>
          <a:lstStyle/>
          <a:p>
            <a:pPr algn="ctr"/>
            <a:r>
              <a:rPr lang="en-US" altLang="zh-CN" sz="2800" dirty="0"/>
              <a:t>23</a:t>
            </a:r>
            <a:r>
              <a:rPr lang="zh-CN" altLang="en-US" sz="2800" dirty="0"/>
              <a:t>计算机科学与技术（专升本）一</a:t>
            </a:r>
            <a:endParaRPr lang="en-US" altLang="zh-CN" sz="2800" dirty="0"/>
          </a:p>
          <a:p>
            <a:pPr algn="ctr"/>
            <a:r>
              <a:rPr lang="zh-CN" altLang="en-US" sz="2800" dirty="0"/>
              <a:t>应韩桢</a:t>
            </a:r>
            <a:endParaRPr lang="en-US" altLang="zh-CN" sz="2800" dirty="0"/>
          </a:p>
          <a:p>
            <a:pPr algn="ctr"/>
            <a:r>
              <a:rPr lang="en-US" altLang="zh-CN" sz="2800" dirty="0"/>
              <a:t>23219141158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4983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26D1B-A6C7-69E4-C8C0-9CA57D55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5B2C2-E60A-9395-5928-597FDE697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34" y="2489200"/>
            <a:ext cx="7044266" cy="1879600"/>
          </a:xfrm>
        </p:spPr>
        <p:txBody>
          <a:bodyPr>
            <a:noAutofit/>
          </a:bodyPr>
          <a:lstStyle/>
          <a:p>
            <a:pPr algn="ctr"/>
            <a:r>
              <a:rPr lang="en-US" altLang="zh-CN" sz="6000" dirty="0"/>
              <a:t>PART1</a:t>
            </a:r>
            <a:br>
              <a:rPr lang="en-US" altLang="zh-CN" sz="6000" dirty="0"/>
            </a:br>
            <a:r>
              <a:rPr lang="zh-CN" altLang="en-US" sz="6000" dirty="0"/>
              <a:t>灵感来源</a:t>
            </a:r>
            <a:r>
              <a:rPr lang="en-US" altLang="zh-CN" sz="6000" dirty="0"/>
              <a:t>(</a:t>
            </a:r>
            <a:r>
              <a:rPr lang="zh-CN" altLang="en-US" sz="6000" dirty="0"/>
              <a:t>选题意义</a:t>
            </a:r>
            <a:r>
              <a:rPr lang="en-US" altLang="zh-CN" sz="6000" dirty="0"/>
              <a:t>)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36240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78B11-09F5-B3ED-5594-CEEE3137E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1360"/>
          </a:xfrm>
        </p:spPr>
        <p:txBody>
          <a:bodyPr/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传统旅游线上购票流程：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747828-50C9-C394-D03F-30BF09D0C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5920"/>
            <a:ext cx="8596668" cy="276701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关注所要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游览景区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的微信公众号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找到购票界面并购买门票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输入身份信息并实名认证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发送验证码验证手机号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取关公众号（游览完毕后）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899A13-67A9-0150-B6A9-A78166989A32}"/>
              </a:ext>
            </a:extLst>
          </p:cNvPr>
          <p:cNvSpPr txBox="1"/>
          <p:nvPr/>
        </p:nvSpPr>
        <p:spPr>
          <a:xfrm>
            <a:off x="983064" y="4099353"/>
            <a:ext cx="896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问题：当旅行时间长，逛的景点多，以上步骤最起码重复</a:t>
            </a:r>
            <a:r>
              <a:rPr lang="en-US" altLang="zh-CN" sz="2400" dirty="0"/>
              <a:t>5</a:t>
            </a:r>
            <a:r>
              <a:rPr lang="zh-CN" altLang="en-US" sz="2400" dirty="0"/>
              <a:t>遍以上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A45DB6-FF89-36B9-CDE0-6989202C1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532" y="4561018"/>
            <a:ext cx="1516572" cy="152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4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8" presetClass="exit" presetSubtype="0" ac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2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6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0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4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8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" grpId="1" uiExpand="1" build="p"/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F0373-D6C9-3E5A-C21B-607E6E94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100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新思路？</a:t>
            </a:r>
            <a:b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把所有景区集合在一个网站上</a:t>
            </a:r>
            <a:b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购票两步搞定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4ED1D-C24D-D959-0915-BE4ED048E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前序工作：实名认证和手机号验证（仅注册时）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/>
          </a:p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搜索想去的景点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直接点击购票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购票时自动获取身份和手机号信息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693E05-B047-DBE1-352D-FFDC99976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078" y="4148609"/>
            <a:ext cx="1811422" cy="176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7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A300-43B6-68E6-E994-6906A10D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B32CD-36F6-009E-9B2E-212471E1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320" y="2654300"/>
            <a:ext cx="8605520" cy="1879600"/>
          </a:xfrm>
        </p:spPr>
        <p:txBody>
          <a:bodyPr>
            <a:noAutofit/>
          </a:bodyPr>
          <a:lstStyle/>
          <a:p>
            <a:pPr algn="ctr"/>
            <a:r>
              <a:rPr lang="en-US" altLang="zh-CN" sz="6000" dirty="0"/>
              <a:t>PART2</a:t>
            </a:r>
            <a:br>
              <a:rPr lang="en-US" altLang="zh-CN" sz="6000" dirty="0"/>
            </a:br>
            <a:r>
              <a:rPr lang="zh-CN" altLang="en-US" sz="6000" dirty="0"/>
              <a:t>所用技术及部分实现思路</a:t>
            </a:r>
          </a:p>
        </p:txBody>
      </p:sp>
    </p:spTree>
    <p:extLst>
      <p:ext uri="{BB962C8B-B14F-4D97-AF65-F5344CB8AC3E}">
        <p14:creationId xmlns:p14="http://schemas.microsoft.com/office/powerpoint/2010/main" val="136258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1E095-931B-5C07-1ED9-9DF8C3B3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所用技术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1DD148-4C78-6E04-9DAA-23FF13E24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139" y="1699087"/>
            <a:ext cx="6325935" cy="45493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61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48A42-FA4E-9610-01CA-DAC8B0819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前后端交互流程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B30669D-53D6-82ED-48D6-95CE2FAF1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3" y="1612279"/>
            <a:ext cx="8596312" cy="227549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8B1E9EF-4F1A-1487-D958-70BA0B2C3CAD}"/>
              </a:ext>
            </a:extLst>
          </p:cNvPr>
          <p:cNvSpPr txBox="1"/>
          <p:nvPr/>
        </p:nvSpPr>
        <p:spPr>
          <a:xfrm>
            <a:off x="1807284" y="4160808"/>
            <a:ext cx="5493812" cy="2529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306070" algn="just">
              <a:lnSpc>
                <a:spcPct val="130000"/>
              </a:lnSpc>
              <a:buNone/>
            </a:pPr>
            <a:r>
              <a:rPr lang="zh-CN" altLang="en-US" dirty="0"/>
              <a:t>常见响应码：</a:t>
            </a:r>
            <a:endParaRPr lang="en-US" altLang="zh-CN" dirty="0"/>
          </a:p>
          <a:p>
            <a:pPr indent="306070" algn="just">
              <a:lnSpc>
                <a:spcPct val="130000"/>
              </a:lnSpc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 OK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请求成功</a:t>
            </a:r>
          </a:p>
          <a:p>
            <a:pPr indent="306070" algn="just">
              <a:lnSpc>
                <a:spcPct val="130000"/>
              </a:lnSpc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400 Bad Request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请求无效或参数错误</a:t>
            </a:r>
          </a:p>
          <a:p>
            <a:pPr indent="306070" algn="just">
              <a:lnSpc>
                <a:spcPct val="130000"/>
              </a:lnSpc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403 Forbidden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禁止访问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6070" algn="just">
              <a:lnSpc>
                <a:spcPct val="130000"/>
              </a:lnSpc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404 Not Found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资源未找到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请求的资源不存在。</a:t>
            </a:r>
          </a:p>
          <a:p>
            <a:pPr indent="306070" algn="just">
              <a:lnSpc>
                <a:spcPct val="130000"/>
              </a:lnSpc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500 Internal Server Error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服务器内部错误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888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D78E7-3311-AE72-EA80-D8065BE2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后端数据处理流程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4E6BA0-C61A-D445-981A-8EA428192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940" y="2011680"/>
            <a:ext cx="6601968" cy="3108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40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8A276-DF4E-81DC-858B-55737C71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导航栏切换实现思路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1CAFA-106F-5E24-0D65-5A2065FE0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147386" cy="3880773"/>
          </a:xfrm>
        </p:spPr>
        <p:txBody>
          <a:bodyPr/>
          <a:lstStyle/>
          <a:p>
            <a:r>
              <a:rPr lang="en-US" altLang="zh-CN" dirty="0">
                <a:latin typeface="+mj-ea"/>
                <a:ea typeface="+mj-ea"/>
              </a:rPr>
              <a:t>1.</a:t>
            </a:r>
            <a:r>
              <a:rPr lang="zh-CN" altLang="en-US" dirty="0">
                <a:latin typeface="+mj-ea"/>
                <a:ea typeface="+mj-ea"/>
              </a:rPr>
              <a:t>单独编写八个需要切换的页面（</a:t>
            </a:r>
            <a:r>
              <a:rPr lang="en-US" altLang="zh-CN" dirty="0" err="1">
                <a:latin typeface="+mj-ea"/>
                <a:ea typeface="+mj-ea"/>
              </a:rPr>
              <a:t>vue</a:t>
            </a:r>
            <a:r>
              <a:rPr lang="zh-CN" altLang="en-US" dirty="0">
                <a:latin typeface="+mj-ea"/>
                <a:ea typeface="+mj-ea"/>
              </a:rPr>
              <a:t>组件）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2.</a:t>
            </a:r>
            <a:r>
              <a:rPr lang="zh-CN" altLang="en-US" dirty="0">
                <a:latin typeface="+mj-ea"/>
                <a:ea typeface="+mj-ea"/>
              </a:rPr>
              <a:t>在首页合适位置上打上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&lt;router-view&gt;&lt;/router-view&gt;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标签</a:t>
            </a:r>
            <a:endParaRPr lang="en-US" altLang="zh-CN" sz="1800" kern="100" dirty="0">
              <a:effectLst/>
              <a:latin typeface="+mj-ea"/>
              <a:ea typeface="+mj-ea"/>
            </a:endParaRPr>
          </a:p>
          <a:p>
            <a:r>
              <a:rPr lang="en-US" altLang="zh-CN" kern="100" dirty="0">
                <a:latin typeface="+mj-ea"/>
                <a:ea typeface="+mj-ea"/>
              </a:rPr>
              <a:t>3.</a:t>
            </a:r>
            <a:r>
              <a:rPr lang="zh-CN" altLang="en-US" kern="100" dirty="0">
                <a:latin typeface="+mj-ea"/>
                <a:ea typeface="+mj-ea"/>
              </a:rPr>
              <a:t>在</a:t>
            </a:r>
            <a:r>
              <a:rPr lang="en-US" altLang="zh-CN" kern="100" dirty="0">
                <a:latin typeface="+mj-ea"/>
                <a:ea typeface="+mj-ea"/>
              </a:rPr>
              <a:t>router</a:t>
            </a:r>
            <a:r>
              <a:rPr lang="zh-CN" altLang="en-US" kern="100" dirty="0">
                <a:latin typeface="+mj-ea"/>
                <a:ea typeface="+mj-ea"/>
              </a:rPr>
              <a:t>目录下的</a:t>
            </a:r>
            <a:r>
              <a:rPr lang="en-US" altLang="zh-CN" kern="100" dirty="0">
                <a:latin typeface="+mj-ea"/>
                <a:ea typeface="+mj-ea"/>
              </a:rPr>
              <a:t>index.js</a:t>
            </a:r>
            <a:r>
              <a:rPr lang="zh-CN" altLang="en-US" kern="100" dirty="0">
                <a:latin typeface="+mj-ea"/>
                <a:ea typeface="+mj-ea"/>
              </a:rPr>
              <a:t>文件编写路由信息</a:t>
            </a:r>
            <a:endParaRPr lang="en-US" altLang="zh-CN" kern="100" dirty="0">
              <a:latin typeface="+mj-ea"/>
              <a:ea typeface="+mj-ea"/>
            </a:endParaRPr>
          </a:p>
          <a:p>
            <a:r>
              <a:rPr lang="en-US" altLang="zh-CN" kern="100" dirty="0">
                <a:latin typeface="+mj-ea"/>
                <a:ea typeface="+mj-ea"/>
              </a:rPr>
              <a:t>4.</a:t>
            </a:r>
            <a:r>
              <a:rPr lang="zh-CN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在导航栏部分用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&lt;router-link&gt;&lt;/router-link&gt;</a:t>
            </a:r>
            <a:r>
              <a:rPr lang="zh-CN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标签将其包裹住，并设置对应的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URL</a:t>
            </a:r>
            <a:r>
              <a:rPr lang="zh-CN" altLang="zh-CN" sz="18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链接</a:t>
            </a:r>
            <a:endParaRPr lang="zh-CN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20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F7006-07F3-B04D-71C9-7DF20159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434" y="2654300"/>
            <a:ext cx="4059766" cy="1879600"/>
          </a:xfrm>
        </p:spPr>
        <p:txBody>
          <a:bodyPr>
            <a:noAutofit/>
          </a:bodyPr>
          <a:lstStyle/>
          <a:p>
            <a:pPr algn="ctr"/>
            <a:r>
              <a:rPr lang="en-US" altLang="zh-CN" sz="6000" dirty="0"/>
              <a:t>PART3</a:t>
            </a:r>
            <a:br>
              <a:rPr lang="en-US" altLang="zh-CN" sz="6000" dirty="0"/>
            </a:br>
            <a:r>
              <a:rPr lang="zh-CN" altLang="en-US" sz="6000" dirty="0"/>
              <a:t>页面展示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ACF571-8FEE-C765-A61B-3207BB715E8A}"/>
              </a:ext>
            </a:extLst>
          </p:cNvPr>
          <p:cNvSpPr txBox="1"/>
          <p:nvPr/>
        </p:nvSpPr>
        <p:spPr>
          <a:xfrm>
            <a:off x="1369822" y="3294018"/>
            <a:ext cx="783099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300" b="1" dirty="0">
                <a:latin typeface="宋体" panose="02010600030101010101" pitchFamily="2" charset="-122"/>
                <a:ea typeface="宋体" panose="02010600030101010101" pitchFamily="2" charset="-122"/>
              </a:rPr>
              <a:t>项目包含两部分，网站首页和后台管理页</a:t>
            </a:r>
          </a:p>
        </p:txBody>
      </p:sp>
    </p:spTree>
    <p:extLst>
      <p:ext uri="{BB962C8B-B14F-4D97-AF65-F5344CB8AC3E}">
        <p14:creationId xmlns:p14="http://schemas.microsoft.com/office/powerpoint/2010/main" val="427679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801213E-8448-7BCC-8959-0D6B9708D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03" y="1851081"/>
            <a:ext cx="8462113" cy="315583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85B1503-8E03-86AC-61F0-D681CA861B2A}"/>
              </a:ext>
            </a:extLst>
          </p:cNvPr>
          <p:cNvSpPr txBox="1"/>
          <p:nvPr/>
        </p:nvSpPr>
        <p:spPr>
          <a:xfrm>
            <a:off x="585098" y="62171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首页展示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C24757A-A579-E1D9-0F48-7BD2F7556E1C}"/>
              </a:ext>
            </a:extLst>
          </p:cNvPr>
          <p:cNvCxnSpPr/>
          <p:nvPr/>
        </p:nvCxnSpPr>
        <p:spPr>
          <a:xfrm flipH="1">
            <a:off x="8181975" y="1146231"/>
            <a:ext cx="247650" cy="704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6380A3C-ADED-04E0-B9EA-8346A1A06C7E}"/>
              </a:ext>
            </a:extLst>
          </p:cNvPr>
          <p:cNvCxnSpPr>
            <a:cxnSpLocks/>
          </p:cNvCxnSpPr>
          <p:nvPr/>
        </p:nvCxnSpPr>
        <p:spPr>
          <a:xfrm flipH="1">
            <a:off x="8960216" y="2984556"/>
            <a:ext cx="698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AC581F6-EBD9-E172-C5C1-AFB4081ACBA4}"/>
              </a:ext>
            </a:extLst>
          </p:cNvPr>
          <p:cNvCxnSpPr>
            <a:cxnSpLocks/>
          </p:cNvCxnSpPr>
          <p:nvPr/>
        </p:nvCxnSpPr>
        <p:spPr>
          <a:xfrm flipV="1">
            <a:off x="962025" y="5006918"/>
            <a:ext cx="361950" cy="603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C9B3270-DF72-D447-BCBA-306F71333C87}"/>
              </a:ext>
            </a:extLst>
          </p:cNvPr>
          <p:cNvSpPr txBox="1"/>
          <p:nvPr/>
        </p:nvSpPr>
        <p:spPr>
          <a:xfrm>
            <a:off x="8153400" y="7959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头部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FCA1AB-1BBC-2B46-D3B8-F15E2B7BA960}"/>
              </a:ext>
            </a:extLst>
          </p:cNvPr>
          <p:cNvSpPr txBox="1"/>
          <p:nvPr/>
        </p:nvSpPr>
        <p:spPr>
          <a:xfrm>
            <a:off x="638859" y="55899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导航栏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291D5C-307E-53CC-93F8-724CE0D2C57A}"/>
              </a:ext>
            </a:extLst>
          </p:cNvPr>
          <p:cNvSpPr txBox="1"/>
          <p:nvPr/>
        </p:nvSpPr>
        <p:spPr>
          <a:xfrm>
            <a:off x="9591675" y="279989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轮播图</a:t>
            </a:r>
          </a:p>
        </p:txBody>
      </p:sp>
    </p:spTree>
    <p:extLst>
      <p:ext uri="{BB962C8B-B14F-4D97-AF65-F5344CB8AC3E}">
        <p14:creationId xmlns:p14="http://schemas.microsoft.com/office/powerpoint/2010/main" val="2838766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0B6DD-172F-494B-421B-0BE363E0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导航区域（全部景区）展示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0CB25C4-33B2-24A1-D153-1653F9C71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677" y="1560513"/>
            <a:ext cx="8487982" cy="4092251"/>
          </a:xfrm>
        </p:spPr>
      </p:pic>
    </p:spTree>
    <p:extLst>
      <p:ext uri="{BB962C8B-B14F-4D97-AF65-F5344CB8AC3E}">
        <p14:creationId xmlns:p14="http://schemas.microsoft.com/office/powerpoint/2010/main" val="2319504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9CD34-5711-08EF-A5BB-1D11BD26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34" y="244122"/>
            <a:ext cx="8596668" cy="1320800"/>
          </a:xfrm>
        </p:spPr>
        <p:txBody>
          <a:bodyPr/>
          <a:lstStyle/>
          <a:p>
            <a:r>
              <a:rPr lang="zh-CN" altLang="en-US" dirty="0"/>
              <a:t>导航区域（按分类）展示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FAE854C-61A6-9907-F201-11D364042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8450" y="904522"/>
            <a:ext cx="6646777" cy="3203043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C3ED7AB-01FE-8C46-4962-BECA1615C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05" y="4233281"/>
            <a:ext cx="6776175" cy="221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19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4CE19-A8F1-9375-74B6-0B650440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详情页展示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EA98552-4358-2489-771B-24E8D30C9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192" y="1315559"/>
            <a:ext cx="7793063" cy="3881437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317305D-A668-DFB7-3C7A-908D6DB284A2}"/>
              </a:ext>
            </a:extLst>
          </p:cNvPr>
          <p:cNvSpPr txBox="1"/>
          <p:nvPr/>
        </p:nvSpPr>
        <p:spPr>
          <a:xfrm>
            <a:off x="1058334" y="5552596"/>
            <a:ext cx="7879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详情页上方的背景色经过精心设计，颜色与景区的主题颜色相呼应。</a:t>
            </a: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C5FB14-099F-F68C-2BEA-F1474326C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92" y="1315559"/>
            <a:ext cx="8062462" cy="388143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3A5651A-0965-5991-5328-E3CA2F38D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92" y="1315559"/>
            <a:ext cx="8141917" cy="40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4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F0C76-5D45-9380-3673-B82CB253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管理页：首页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1CCC448-350F-2786-E6B2-4622C07DD5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952" y="1779588"/>
            <a:ext cx="7805433" cy="3881437"/>
          </a:xfrm>
        </p:spPr>
      </p:pic>
    </p:spTree>
    <p:extLst>
      <p:ext uri="{BB962C8B-B14F-4D97-AF65-F5344CB8AC3E}">
        <p14:creationId xmlns:p14="http://schemas.microsoft.com/office/powerpoint/2010/main" val="580302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47792-B7DF-86E3-BB39-4CE502EA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管理页：用户信息管理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91D2D3D2-60F8-FF59-816E-73B04FEE8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398" y="1854200"/>
            <a:ext cx="7359510" cy="4318000"/>
          </a:xfrm>
        </p:spPr>
      </p:pic>
    </p:spTree>
    <p:extLst>
      <p:ext uri="{BB962C8B-B14F-4D97-AF65-F5344CB8AC3E}">
        <p14:creationId xmlns:p14="http://schemas.microsoft.com/office/powerpoint/2010/main" val="96778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FED08-E9C5-549C-90D7-A8678E7A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管理页：用户订单管理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B6CD80-BF8A-0879-0FD8-2856697B2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129" y="2255838"/>
            <a:ext cx="6860329" cy="3881437"/>
          </a:xfr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943F1E9-D6CE-4A4E-0E4A-7671EF958636}"/>
              </a:ext>
            </a:extLst>
          </p:cNvPr>
          <p:cNvCxnSpPr/>
          <p:nvPr/>
        </p:nvCxnSpPr>
        <p:spPr>
          <a:xfrm flipH="1">
            <a:off x="6096000" y="1419225"/>
            <a:ext cx="1362075" cy="933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604AC60-9C19-B7D2-FA97-8F5B0E81D6CC}"/>
              </a:ext>
            </a:extLst>
          </p:cNvPr>
          <p:cNvSpPr txBox="1"/>
          <p:nvPr/>
        </p:nvSpPr>
        <p:spPr>
          <a:xfrm>
            <a:off x="6796378" y="104989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可按条件查询</a:t>
            </a:r>
          </a:p>
        </p:txBody>
      </p:sp>
    </p:spTree>
    <p:extLst>
      <p:ext uri="{BB962C8B-B14F-4D97-AF65-F5344CB8AC3E}">
        <p14:creationId xmlns:p14="http://schemas.microsoft.com/office/powerpoint/2010/main" val="1973547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ACC9E-668C-F113-842C-90F4E5B3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管理页：景区管理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51DEF88-7A05-0550-646B-B4143C3F7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159" y="1549400"/>
            <a:ext cx="6961716" cy="4470099"/>
          </a:xfrm>
        </p:spPr>
      </p:pic>
    </p:spTree>
    <p:extLst>
      <p:ext uri="{BB962C8B-B14F-4D97-AF65-F5344CB8AC3E}">
        <p14:creationId xmlns:p14="http://schemas.microsoft.com/office/powerpoint/2010/main" val="1617090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07806-130F-0073-EBA4-89448B5C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36D1F-1CBE-816A-5543-9568910C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434" y="2641600"/>
            <a:ext cx="7450666" cy="1879600"/>
          </a:xfrm>
        </p:spPr>
        <p:txBody>
          <a:bodyPr>
            <a:noAutofit/>
          </a:bodyPr>
          <a:lstStyle/>
          <a:p>
            <a:pPr algn="ctr"/>
            <a:r>
              <a:rPr lang="en-US" altLang="zh-CN" sz="6000" dirty="0"/>
              <a:t>PART4</a:t>
            </a:r>
            <a:br>
              <a:rPr lang="en-US" altLang="zh-CN" sz="6000" dirty="0"/>
            </a:br>
            <a:r>
              <a:rPr lang="zh-CN" altLang="en-US" sz="6000" dirty="0"/>
              <a:t>未来展望（不足之处）</a:t>
            </a:r>
          </a:p>
        </p:txBody>
      </p:sp>
    </p:spTree>
    <p:extLst>
      <p:ext uri="{BB962C8B-B14F-4D97-AF65-F5344CB8AC3E}">
        <p14:creationId xmlns:p14="http://schemas.microsoft.com/office/powerpoint/2010/main" val="91937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E9848A-2220-2EB3-D6C9-B51F6C221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4" y="1246189"/>
            <a:ext cx="8596668" cy="3880773"/>
          </a:xfrm>
        </p:spPr>
        <p:txBody>
          <a:bodyPr/>
          <a:lstStyle/>
          <a:p>
            <a:r>
              <a:rPr lang="zh-CN" altLang="en-US" sz="2800" dirty="0"/>
              <a:t>用户体验升级：</a:t>
            </a:r>
            <a:endParaRPr lang="en-US" altLang="zh-CN" sz="2800" dirty="0"/>
          </a:p>
          <a:p>
            <a:r>
              <a:rPr lang="en-US" altLang="zh-CN" dirty="0"/>
              <a:t>1.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增加用户偏好设置，用户可以设置自己的游览爱好，系统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针对用户的偏好进行景区推荐。</a:t>
            </a:r>
          </a:p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开发对应手机软件或微信小程序或微信公众号，为用户提供更好的移动端体验。</a:t>
            </a:r>
          </a:p>
          <a:p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增加多语言功能，用户可选择不同的语种，比如英语、法语、日语等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增加景点评分和评论功能，为其他游客提供参考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设计用户反馈界面，用户可提供建议和意见，或者是投诉，这样便于持续改进系统，更好的服务用户。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5422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7E22-08D1-1EFB-9172-E5B1D1BC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D1FD2-252C-B0E2-76E7-06DB58BE8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4" y="1246189"/>
            <a:ext cx="8596668" cy="388077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技术升级：</a:t>
            </a:r>
            <a:endParaRPr lang="en-US" altLang="zh-CN" sz="2800" dirty="0"/>
          </a:p>
          <a:p>
            <a:pPr marL="0" lvl="0" indent="0" algn="just">
              <a:lnSpc>
                <a:spcPct val="130000"/>
              </a:lnSpc>
              <a:buNone/>
            </a:pPr>
            <a:r>
              <a:rPr lang="en-US" altLang="zh-CN" dirty="0"/>
              <a:t>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/>
              <a:t>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Redis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技术，减少数据库查询压力，提高系统响应速度。</a:t>
            </a:r>
          </a:p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将系统部署到阿里云，所有的图片等素材不再存储在本地，给本地服务器流出更多空间。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引入支付宝、微信支付功能，方便游客支付。</a:t>
            </a:r>
          </a:p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使用微服务架构，在系统规模逐渐庞大之后，可以考虑将系统拆分为多个微服务，提高系统的性能。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7373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05C4B12-3EF6-63AA-7744-A1C8955D250C}"/>
              </a:ext>
            </a:extLst>
          </p:cNvPr>
          <p:cNvSpPr txBox="1"/>
          <p:nvPr/>
        </p:nvSpPr>
        <p:spPr>
          <a:xfrm>
            <a:off x="1188720" y="2875002"/>
            <a:ext cx="79349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+mj-ea"/>
                <a:ea typeface="+mj-ea"/>
                <a:cs typeface="Times New Roman" panose="02020603050405020304" pitchFamily="18" charset="0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2959586952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847</TotalTime>
  <Words>606</Words>
  <Application>Microsoft Office PowerPoint</Application>
  <PresentationFormat>宽屏</PresentationFormat>
  <Paragraphs>60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等线</vt:lpstr>
      <vt:lpstr>宋体</vt:lpstr>
      <vt:lpstr>Arial</vt:lpstr>
      <vt:lpstr>Times New Roman</vt:lpstr>
      <vt:lpstr>Trebuchet MS</vt:lpstr>
      <vt:lpstr>Wingdings 3</vt:lpstr>
      <vt:lpstr>平面</vt:lpstr>
      <vt:lpstr>基于Vue和Spring Boot的 景点门票系统的设计与开发</vt:lpstr>
      <vt:lpstr>PART1 灵感来源(选题意义)</vt:lpstr>
      <vt:lpstr>传统旅游线上购票流程：</vt:lpstr>
      <vt:lpstr>新思路？ 把所有景区集合在一个网站上 购票两步搞定</vt:lpstr>
      <vt:lpstr>PART2 所用技术及部分实现思路</vt:lpstr>
      <vt:lpstr>所用技术</vt:lpstr>
      <vt:lpstr>前后端交互流程</vt:lpstr>
      <vt:lpstr>后端数据处理流程</vt:lpstr>
      <vt:lpstr>导航栏切换实现思路</vt:lpstr>
      <vt:lpstr>PART3 页面展示</vt:lpstr>
      <vt:lpstr>PowerPoint 演示文稿</vt:lpstr>
      <vt:lpstr>导航区域（全部景区）展示</vt:lpstr>
      <vt:lpstr>导航区域（按分类）展示</vt:lpstr>
      <vt:lpstr>详情页展示</vt:lpstr>
      <vt:lpstr>管理页：首页</vt:lpstr>
      <vt:lpstr>管理页：用户信息管理</vt:lpstr>
      <vt:lpstr>管理页：用户订单管理</vt:lpstr>
      <vt:lpstr>管理页：景区管理</vt:lpstr>
      <vt:lpstr>PART4 未来展望（不足之处）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韩桢 应</dc:creator>
  <cp:lastModifiedBy>韩桢 应</cp:lastModifiedBy>
  <cp:revision>16</cp:revision>
  <dcterms:created xsi:type="dcterms:W3CDTF">2025-04-21T08:29:58Z</dcterms:created>
  <dcterms:modified xsi:type="dcterms:W3CDTF">2025-05-10T02:09:52Z</dcterms:modified>
</cp:coreProperties>
</file>